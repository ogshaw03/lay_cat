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268507"/>
            <a:ext cx="1036015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2F3F7"/>
                </a:solidFill>
                <a:latin typeface="Meiryo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レンダーの中間ファイル（.exr）を、専用ビューアなしでブラウザから直接プレビューできます。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多数のレイヤー（AOV）を含む多層 EXR にも対応。Nuke／Arnold／Redshift／V-Ray いずれの書き出しでも読み込み可能。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の黒白点／反転を、その場でスライダや数値入力で調整。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見たいレイヤーはドロップダウンで即切替。そのままフレームコメントやアノテーションを描き込めます。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書き出し直後の .exr をそのまま監督・PD に共有できるので、CG チームの手戻りが減ります。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Normal（XYZ）を自動判定。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Vector（動きの向き）／ UV パス／ Position パスも対応。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Cryptomatte（オブジェクト／アセット分離）にも対応。プレビュー &amp; ランク両方描画。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全レイヤー」モーダルで、含まれる全レイヤーをタイル一覧で把握。</a:t>
            </a:r>
          </a:p>
        </p:txBody>
      </p:sp>
      <p:pic>
        <p:nvPicPr>
          <p:cNvPr id="90" name="Picture 13" descr="exr_all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0" y="1700000"/>
            <a:ext cx="6600000" cy="4600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プロジェクトデータをクラウドストレージ（Cloudflare R2）に保存。ホーム画面のタイル一覧から即接続。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受付係（Worker）が招待メンバーかどうかを毎回チェックし、部外者は自動的にアクセス拒否。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ファイルサイズ制限＋アクセス履歴で安全運用。従来のフォルダ共有と併用可能。</a:t>
            </a:r>
          </a:p>
        </p:txBody>
      </p:sp>
      <p:pic>
        <p:nvPicPr>
          <p:cNvPr id="90" name="Picture 14" descr="r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00000"/>
            <a:ext cx="10607040" cy="3300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